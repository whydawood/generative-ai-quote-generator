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Motivational Quote Generator using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Muhammad Dawood Hussain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Department of CS &amp; IT, UET Peshawar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Supervisor: Dr. Syed Misbah un Noor</a:t>
            </a:r>
          </a:p>
        </p:txBody>
      </p:sp>
      <p:pic>
        <p:nvPicPr>
          <p:cNvPr id="4" name="Picture 3" descr="uet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"/>
            <a:ext cx="111868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• Learn how Generative AI creates new text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Train a simple Markov Chain model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Generate motivational quotes using NLP techniques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Visualize text data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• Python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Pandas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Scikit-learn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Matplotlib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Markov Chain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1. Dataset Preparation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2. Text Preprocessing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3. Train-Test Split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4. Markov Model Training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5. Text Generation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6. Evaluation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Dataset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Small dataset of 10 inspirational motivational 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Generative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Markov Chain (Bigram Model):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Learns next word probability from previous word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Creates new sentences using learned word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Generated Quotes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• Comfort zones.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Dare to fail.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Your imagination.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Bar chart of the Top 10 Most Frequent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• Use larger dataset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Add Neural Networks (LSTM)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Deploy using Streamlit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• Improve grammar with POS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336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73737"/>
                </a:solidFill>
                <a:latin typeface="Calibri"/>
              </a:rPr>
              <a:t>A beginner-friendly Generative AI project using NLP.</a:t>
            </a:r>
          </a:p>
          <a:p>
            <a:r>
              <a:rPr sz="1800">
                <a:solidFill>
                  <a:srgbClr val="373737"/>
                </a:solidFill>
                <a:latin typeface="Calibri"/>
              </a:rPr>
              <a:t>Successfully generated new motivational quotes.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Workflow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 dataset using Pandas</a:t>
            </a:r>
          </a:p>
          <a:p>
            <a:r>
              <a:t>• Preprocess text (lowercase, remove punctuation)</a:t>
            </a:r>
          </a:p>
          <a:p>
            <a:r>
              <a:t>• Split into Training and Testing sets</a:t>
            </a:r>
          </a:p>
          <a:p>
            <a:r>
              <a:t>• Train Markov Chain on training data</a:t>
            </a:r>
          </a:p>
          <a:p>
            <a:r>
              <a:t>• Generate new motivational quotes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Bar chart shows most frequent words</a:t>
            </a:r>
          </a:p>
          <a:p>
            <a:r>
              <a:t>• Model coverage score: measures words learned</a:t>
            </a:r>
          </a:p>
          <a:p>
            <a:r>
              <a:t>• Small dataset → improvement opportunity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 word selection for random generation</a:t>
            </a:r>
          </a:p>
          <a:p>
            <a:r>
              <a:t>• Creates multiple new motivational quotes</a:t>
            </a:r>
          </a:p>
          <a:p>
            <a:r>
              <a:t>• Shows how Generative AI learns from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Generative AI project:</a:t>
            </a:r>
          </a:p>
          <a:p>
            <a:r>
              <a:t>• Uses NLP + Markov Chains</a:t>
            </a:r>
          </a:p>
          <a:p>
            <a:r>
              <a:t>• Successfully generates new quotes</a:t>
            </a:r>
          </a:p>
          <a:p>
            <a:r>
              <a:t>• Shows how AI learns language patterns</a:t>
            </a:r>
          </a:p>
          <a:p>
            <a:r>
              <a:t>• Can be upgraded to LSTM or GPT models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Muhammad Dawood Hussain | Dept. of CS &amp; IT | UET Peshawar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